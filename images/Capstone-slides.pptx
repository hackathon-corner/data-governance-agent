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8" r:id="rId4"/>
    <p:sldId id="257" r:id="rId5"/>
    <p:sldId id="260" r:id="rId6"/>
    <p:sldId id="261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84" d="100"/>
          <a:sy n="84" d="100"/>
        </p:scale>
        <p:origin x="3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06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02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1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5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9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1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4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5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7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B00D3-A067-B048-A6DD-E98B34964A4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5A8D6-A831-324C-BEB8-A0C7CA7DE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0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39CBCD-D1D4-3B65-8CB9-9F0F9D059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175000" y="7553078"/>
            <a:ext cx="13208000" cy="741211"/>
          </a:xfrm>
        </p:spPr>
        <p:txBody>
          <a:bodyPr/>
          <a:lstStyle/>
          <a:p>
            <a:r>
              <a:rPr lang="en-US" dirty="0"/>
              <a:t>Gayathri Ramakrishnan and Nikhila Manikandan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0BD3D1-F8EF-C5A9-09C8-8E45D6F24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26" y="2118360"/>
            <a:ext cx="6210857" cy="234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4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F8409C-D277-0098-8BB8-14D8DB4D1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1043" y="0"/>
            <a:ext cx="8000086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5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E456D3-9D53-31EF-5AF1-0C546CFC7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6442" y="402633"/>
            <a:ext cx="7674920" cy="950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46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9237AB-82E4-C385-74F9-1C605C893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1043" y="0"/>
            <a:ext cx="8000086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7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E9254-E3F5-B0D0-E284-77B73DFF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800" y="4402644"/>
            <a:ext cx="1432399" cy="1100711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278258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C92CA-423D-B6EE-3133-6A8D31514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049" y="4314304"/>
            <a:ext cx="2217901" cy="1277391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21955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9</Words>
  <Application>Microsoft Macintosh PowerPoint</Application>
  <PresentationFormat>A4 Paper (210x297 mm)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Demo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Thiruvalankadu Ramakrishnan, Gayathri</dc:creator>
  <cp:lastModifiedBy>Thiruvalankadu Ramakrishnan, Gayathri</cp:lastModifiedBy>
  <cp:revision>1</cp:revision>
  <dcterms:created xsi:type="dcterms:W3CDTF">2025-11-28T19:34:24Z</dcterms:created>
  <dcterms:modified xsi:type="dcterms:W3CDTF">2025-11-28T19:43:11Z</dcterms:modified>
</cp:coreProperties>
</file>